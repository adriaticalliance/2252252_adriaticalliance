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ohtUptpV1TjlwKxvFTcJGU23F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F"/>
          </a:solidFill>
          <a:ln cap="flat" cmpd="sng" w="12700">
            <a:solidFill>
              <a:srgbClr val="080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0" y="54864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200400" y="27432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92240" y="82296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046720" y="36576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31520" y="164592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412480" y="118872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920240" y="384048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760720" y="374904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772400" y="420624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869680" y="2926080"/>
            <a:ext cx="36576" cy="36576"/>
          </a:xfrm>
          <a:prstGeom prst="ellipse">
            <a:avLst/>
          </a:prstGeom>
          <a:solidFill>
            <a:srgbClr val="F1F5F9">
              <a:alpha val="40000"/>
            </a:srgbClr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74320" y="4572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Welcome to Mars.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31520" y="251460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Consolas"/>
              <a:buNone/>
            </a:pPr>
            <a:r>
              <a:rPr b="0" i="0" lang="en-US" sz="3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Please Don't Die.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Mars IoT Automation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Laboratory of Advanced Programming  ·  Sapienza University of Rome  ·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00 · 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Crew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65760" y="1280160"/>
            <a:ext cx="2651760" cy="17373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65760" y="1280160"/>
            <a:ext cx="50292" cy="17373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48640" y="14173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INGESTION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166420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Nicola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21031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Ingestion Gate + Interpreter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0" y="1280160"/>
            <a:ext cx="2651760" cy="17373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00400" y="1280160"/>
            <a:ext cx="50292" cy="17373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383280" y="14173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383280" y="166420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Ermin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383280" y="21031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Rules Service + Backend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035040" y="1280160"/>
            <a:ext cx="2651760" cy="17373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035040" y="1280160"/>
            <a:ext cx="50292" cy="17373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217920" y="14173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166420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Borian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217920" y="21031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React Frontend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65760" y="39319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To be p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resented to: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6576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Prof. Massimo Mecella   ·   Sapienza University of Rome (DIAG)   ·   11/03/2026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00 · 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1261872"/>
            <a:ext cx="2651760" cy="1325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65760" y="1261872"/>
            <a:ext cx="50292" cy="132588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48640" y="135331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173736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Project Context &amp;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213969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Martian habitat crisis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00400" y="1261872"/>
            <a:ext cx="2651760" cy="1325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200400" y="1261872"/>
            <a:ext cx="50292" cy="13258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383280" y="135331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383280" y="173736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System Requirements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383280" y="213969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stories &amp; schemas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035040" y="1261872"/>
            <a:ext cx="2651760" cy="1325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035040" y="1261872"/>
            <a:ext cx="50292" cy="13258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217920" y="135331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17920" y="173736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Platform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217920" y="213969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Event-driven microservices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65760" y="2770632"/>
            <a:ext cx="2651760" cy="1325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65760" y="2770632"/>
            <a:ext cx="50292" cy="13258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48640" y="286207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8640" y="32461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Core Components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8640" y="36484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Ingestion · Engine ·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00400" y="2770632"/>
            <a:ext cx="2651760" cy="1325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200400" y="2770632"/>
            <a:ext cx="50292" cy="13258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383280" y="286207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383280" y="32461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Persistence &amp; Reproducibility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383280" y="36484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SQLite + Docker volumes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035040" y="2770632"/>
            <a:ext cx="2651760" cy="1325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035040" y="2770632"/>
            <a:ext cx="50292" cy="13258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217920" y="286207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217920" y="32461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217920" y="36484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docker compose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 ·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65760" y="1188720"/>
            <a:ext cx="50292" cy="10058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48640" y="144475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43000" y="12801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Incompatible Dialects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143000" y="164592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REST sensors polled periodically. 7 telemetry topics streamed via WebSocket. Zero unified format.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2377440"/>
            <a:ext cx="841248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65760" y="2377440"/>
            <a:ext cx="50292" cy="10058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48640" y="263347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143000" y="24688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Automation Stack Destroyed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43000" y="283464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rule engine. No actuator orchestration. Life-support operates blind.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65760" y="3566160"/>
            <a:ext cx="841248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65760" y="3566160"/>
            <a:ext cx="50292" cy="10058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548640" y="382219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43000" y="36576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 Live 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143000" y="40233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Operators cannot see current sensor states. No real-time alerting for warning conditions.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 · 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65760" y="1188720"/>
            <a:ext cx="4023360" cy="14173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65760" y="1188720"/>
            <a:ext cx="50292" cy="14173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48640" y="12801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1691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INGEST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48640" y="19659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Autonomously poll 8 REST sensors every 5s and subscribe to 7 live telemetry WebSocket streams.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09160" y="1188720"/>
            <a:ext cx="4023360" cy="14173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709160" y="1188720"/>
            <a:ext cx="50292" cy="14173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892040" y="12801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892040" y="1691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NORMALIZE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892040" y="19659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 every heterogeneous payload into one unified internal event schema before entering the broker.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65760" y="2788920"/>
            <a:ext cx="4023360" cy="14173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65760" y="2788920"/>
            <a:ext cx="50292" cy="14173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48640" y="28803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III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AUTOMATE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 IF–THEN rules on every event arrival and trigger actuator commands when thresholds are breached.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709160" y="2788920"/>
            <a:ext cx="4023360" cy="14173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709160" y="2788920"/>
            <a:ext cx="50292" cy="14173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892040" y="288036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IV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89204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VISUALIZE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892040" y="35661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Provide a real-time React dashboard with live sensor values, alert panel, and actuator controls.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 ·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320040" y="1188720"/>
            <a:ext cx="2011680" cy="35661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320040" y="1188720"/>
            <a:ext cx="50292" cy="35661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84632" y="12984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INGESTION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84632" y="1600200"/>
            <a:ext cx="1783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Node.js 20 (Alpine)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Express — REST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KafkaJS — Kafka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ws — WebSocket subscriber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axios — REST polling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468880" y="1188720"/>
            <a:ext cx="2011680" cy="35661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2468880" y="1188720"/>
            <a:ext cx="50292" cy="35661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2633472" y="12984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633472" y="1600200"/>
            <a:ext cx="1783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Node.js 20 (Alpine)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Express — REST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KafkaJS — Kafka consumer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sql.js — SQLite (WASM)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ws — WebSocket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617720" y="1188720"/>
            <a:ext cx="2011680" cy="35661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617720" y="1188720"/>
            <a:ext cx="50292" cy="35661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782312" y="12984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782312" y="1600200"/>
            <a:ext cx="1783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React 18 + Vite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Recharts — live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React Router v6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Nginx — static serving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766560" y="1188720"/>
            <a:ext cx="2011680" cy="35661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766560" y="1188720"/>
            <a:ext cx="50292" cy="356616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931152" y="12984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INFRA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931152" y="1600200"/>
            <a:ext cx="17832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Kafka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Docker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Named volumes (SQLite)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Zero manual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 · REQUIREMENTS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Key User Stories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REQUIREMENTS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65760" y="1234440"/>
            <a:ext cx="4114800" cy="1078992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65760" y="1234440"/>
            <a:ext cx="50292" cy="10789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30352" y="13258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US-01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30352" y="160020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the ingestion service, I want to poll all 8 REST sensors every 5 seconds so that data is always current.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754880" y="1234440"/>
            <a:ext cx="4114800" cy="1078992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754880" y="1234440"/>
            <a:ext cx="50292" cy="10789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919472" y="13258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US-04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919472" y="160020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the ingestion service, I want to publish every normalized event to Kafka so all consumers share one bus.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65760" y="2468880"/>
            <a:ext cx="4114800" cy="1078992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365760" y="2468880"/>
            <a:ext cx="50292" cy="10789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30352" y="2560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US-09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30352" y="283464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the rules engine, I want to evaluate every incoming event against enabled rules so actuators are triggered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754880" y="2468880"/>
            <a:ext cx="4114800" cy="1078992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4754880" y="2468880"/>
            <a:ext cx="50292" cy="10789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919472" y="2560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US-10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919472" y="283464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the processing service, I want to detect status:"warning" and broadcast it immediately to the dashboard.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65760" y="3703320"/>
            <a:ext cx="4114800" cy="1078992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65760" y="3703320"/>
            <a:ext cx="50292" cy="10789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530352" y="3794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US-12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30352" y="406908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an operator, I want to see current sensor readings on the dashboard so I can monitor the full habitat at a glance.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754880" y="3703320"/>
            <a:ext cx="4114800" cy="1078992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754880" y="3703320"/>
            <a:ext cx="50292" cy="10789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919472" y="3794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US-15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919472" y="406908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an operator, I want a chronological actuator audit log so I can review what happened and when.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 · SCHEMAS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Normalized Event format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SCHEMAS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320040" y="1188720"/>
            <a:ext cx="4206240" cy="3611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320040" y="1188720"/>
            <a:ext cx="50292" cy="361188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02920" y="12984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NORMALIZED EVENT (mars.common-data-records)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02920" y="1627632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"sensor_id":   "greenhouse_temperature",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"source_type": "rest",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"metric":      "temperature",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"value":       26.5,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"unit":        "°C",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"status":      "ok",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"timestamp":   "2036-03-09T14:32:00Z"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754880" y="1188720"/>
            <a:ext cx="4114800" cy="3611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754880" y="1188720"/>
            <a:ext cx="50292" cy="36118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937760" y="129844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SENSOR → EVENTS EMITTED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937760" y="162763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Sensor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406640" y="1627632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Events/Reading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8"/>
          <p:cNvCxnSpPr/>
          <p:nvPr/>
        </p:nvCxnSpPr>
        <p:spPr>
          <a:xfrm>
            <a:off x="4937760" y="193852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8"/>
          <p:cNvSpPr/>
          <p:nvPr/>
        </p:nvSpPr>
        <p:spPr>
          <a:xfrm>
            <a:off x="4937760" y="19751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scalar (4 sensors)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406640" y="197510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8"/>
          <p:cNvCxnSpPr/>
          <p:nvPr/>
        </p:nvCxnSpPr>
        <p:spPr>
          <a:xfrm>
            <a:off x="4937760" y="228600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8"/>
          <p:cNvSpPr/>
          <p:nvPr/>
        </p:nvSpPr>
        <p:spPr>
          <a:xfrm>
            <a:off x="4937760" y="232257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chemistry (ph, voc)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406640" y="2322576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 per measurements[]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8"/>
          <p:cNvCxnSpPr/>
          <p:nvPr/>
        </p:nvCxnSpPr>
        <p:spPr>
          <a:xfrm>
            <a:off x="4937760" y="263347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8"/>
          <p:cNvSpPr/>
          <p:nvPr/>
        </p:nvSpPr>
        <p:spPr>
          <a:xfrm>
            <a:off x="4937760" y="26700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particulate (pm25)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406640" y="267004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 (pm1, pm25, pm10)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8"/>
          <p:cNvCxnSpPr/>
          <p:nvPr/>
        </p:nvCxnSpPr>
        <p:spPr>
          <a:xfrm>
            <a:off x="4937760" y="2980944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8"/>
          <p:cNvSpPr/>
          <p:nvPr/>
        </p:nvSpPr>
        <p:spPr>
          <a:xfrm>
            <a:off x="4937760" y="301752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level (water_tank)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406640" y="301752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 (pct, liters)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4937760" y="332841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8"/>
          <p:cNvSpPr/>
          <p:nvPr/>
        </p:nvSpPr>
        <p:spPr>
          <a:xfrm>
            <a:off x="4937760" y="336499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power (solar, bus…)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406640" y="3364992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 (kw, v, a, kwh)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4937760" y="367588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4937760" y="371246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environment (rad…)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406640" y="3712464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 per measurements[]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8"/>
          <p:cNvCxnSpPr/>
          <p:nvPr/>
        </p:nvCxnSpPr>
        <p:spPr>
          <a:xfrm>
            <a:off x="4937760" y="402336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8"/>
          <p:cNvSpPr/>
          <p:nvPr/>
        </p:nvSpPr>
        <p:spPr>
          <a:xfrm>
            <a:off x="4937760" y="405993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thermalLoop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406640" y="4059936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 (temp, flow)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8"/>
          <p:cNvCxnSpPr/>
          <p:nvPr/>
        </p:nvCxnSpPr>
        <p:spPr>
          <a:xfrm>
            <a:off x="4937760" y="437083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8"/>
          <p:cNvSpPr/>
          <p:nvPr/>
        </p:nvSpPr>
        <p:spPr>
          <a:xfrm>
            <a:off x="4937760" y="4407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airlock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406640" y="440740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 · SCHEMAS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Rule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SCHEMAS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320040" y="1143000"/>
            <a:ext cx="50292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502920" y="12344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IF–THEN RULE SYNTAX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02920" y="150876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IF  &lt;sensor_id&gt; / &lt;metric&gt;  &lt;operator&gt;  &lt;threshold&gt;  THEN  set  &lt;actuator&gt;  to  ON | 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20040" y="2377440"/>
            <a:ext cx="8503920" cy="7315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320040" y="2377440"/>
            <a:ext cx="50292" cy="7315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02920" y="2468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02920" y="269748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IF  greenhouse_temperature / temperature  &gt;  28  THEN  set  cooling_fan  to  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320040" y="33375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sensor_id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20040" y="357530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 sensor identifier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154680" y="33375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154680" y="357530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Metric to compare (e.g. temperature, co2)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989320" y="33375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989320" y="357530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Comparison: &lt;  &lt;=  =  &gt;=  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20040" y="406908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20040" y="430682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Numeric trigger 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154680" y="406908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actuator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154680" y="430682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cooling_fan | entrance_humidifier | hall_ventilation | habitat_heater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989320" y="406908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enabled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989320" y="430682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= active · 0 = suspended (survives restarts)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 ·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Platform Architecture — High Level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274320" y="1828800"/>
            <a:ext cx="1463040" cy="91440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274320" y="1828800"/>
            <a:ext cx="50292" cy="9144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84048" y="19385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Simulator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84048" y="23042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:8080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1920240" y="1828800"/>
            <a:ext cx="1463040" cy="91440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1920240" y="1828800"/>
            <a:ext cx="50292" cy="914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2029968" y="19385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2029968" y="23042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:3001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566160" y="1828800"/>
            <a:ext cx="1463040" cy="91440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566160" y="1828800"/>
            <a:ext cx="50292" cy="914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3675888" y="19385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Interpreter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675888" y="23042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:3002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212080" y="1828800"/>
            <a:ext cx="1463040" cy="91440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212080" y="1828800"/>
            <a:ext cx="50292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5321808" y="19385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321808" y="23042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KRaft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858000" y="1828800"/>
            <a:ext cx="1463040" cy="91440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858000" y="1828800"/>
            <a:ext cx="50292" cy="914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6967728" y="193852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Rules Svc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967728" y="23042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:4000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0"/>
          <p:cNvCxnSpPr/>
          <p:nvPr/>
        </p:nvCxnSpPr>
        <p:spPr>
          <a:xfrm>
            <a:off x="1737360" y="22860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0"/>
          <p:cNvSpPr/>
          <p:nvPr/>
        </p:nvSpPr>
        <p:spPr>
          <a:xfrm>
            <a:off x="1719072" y="146304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REST/WS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10"/>
          <p:cNvCxnSpPr/>
          <p:nvPr/>
        </p:nvCxnSpPr>
        <p:spPr>
          <a:xfrm>
            <a:off x="3383280" y="22860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0"/>
          <p:cNvSpPr/>
          <p:nvPr/>
        </p:nvSpPr>
        <p:spPr>
          <a:xfrm>
            <a:off x="3364992" y="146304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Kafka raw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0"/>
          <p:cNvCxnSpPr/>
          <p:nvPr/>
        </p:nvCxnSpPr>
        <p:spPr>
          <a:xfrm>
            <a:off x="5029200" y="22860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/>
          <p:nvPr/>
        </p:nvSpPr>
        <p:spPr>
          <a:xfrm>
            <a:off x="5010912" y="146304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normalized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0"/>
          <p:cNvCxnSpPr/>
          <p:nvPr/>
        </p:nvCxnSpPr>
        <p:spPr>
          <a:xfrm>
            <a:off x="6675120" y="22860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0"/>
          <p:cNvSpPr/>
          <p:nvPr/>
        </p:nvSpPr>
        <p:spPr>
          <a:xfrm>
            <a:off x="6656832" y="146304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events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858000" y="3063240"/>
            <a:ext cx="1463040" cy="82296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6858000" y="3063240"/>
            <a:ext cx="50292" cy="8229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967728" y="317296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967728" y="35204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:3000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0"/>
          <p:cNvCxnSpPr/>
          <p:nvPr/>
        </p:nvCxnSpPr>
        <p:spPr>
          <a:xfrm>
            <a:off x="7589520" y="274320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0"/>
          <p:cNvSpPr/>
          <p:nvPr/>
        </p:nvSpPr>
        <p:spPr>
          <a:xfrm>
            <a:off x="6967728" y="27889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WS+REST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★  Services communicate exclusively via Kafka — no direct HTTP between backend services.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 ·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Architectural Constraints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365760" y="1234440"/>
            <a:ext cx="50292" cy="7772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48640" y="139903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143000" y="13075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Message Broker Required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143000" y="1645920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Apache Kafka 7.5.0 in KRaft mode (no Zookeeper). All inter-service communication is event-driven via broker topics.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365760" y="2148840"/>
            <a:ext cx="50292" cy="7772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48640" y="231343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143000" y="22219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Multiple Backend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143000" y="2560320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ingestion-gate · ingestion-interpreter · rules-service are three fully independent containers. No monolith.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365760" y="3063240"/>
            <a:ext cx="50292" cy="7772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548640" y="322783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1143000" y="31363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Separated Concerns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143000" y="3474720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Ingestion, normalization, rule processing, and presentation are strictly separated with no direct HTTP coupling.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365760" y="3977640"/>
            <a:ext cx="50292" cy="7772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48640" y="414223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1143000" y="40507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Persistent Rule Storage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143000" y="4389120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Automation rules persisted in SQLite via Docker named volume (rules-data). Rules survive container restarts.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 ·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Data 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320040" y="1188720"/>
            <a:ext cx="8503920" cy="5486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320040" y="1188720"/>
            <a:ext cx="50292" cy="5486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502920" y="131673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005840" y="12344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Simulator  → 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005840" y="14904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[REST/WS]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657600" y="128016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Gate polls 8 REST sensors every 5s + subscribes to 7 live telemetry WebSocket topics.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320040" y="1810512"/>
            <a:ext cx="8503920" cy="5486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320040" y="1810512"/>
            <a:ext cx="50292" cy="5486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02920" y="1938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005840" y="18562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Gate  →  Interpreter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005840" y="21122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[Kafka raw]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657600" y="190195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Raw payloads published to interpret_sensor_* and interpret_telemetry_* topics.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320040" y="2432304"/>
            <a:ext cx="8503920" cy="5486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320040" y="2432304"/>
            <a:ext cx="50292" cy="5486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502920" y="256032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005840" y="24780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Interpreter  →  Kafka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05840" y="273405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[Normalized]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3657600" y="2523744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normalizers flatten payloads into unified schema → publish to mars.common-data-records.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320040" y="3054096"/>
            <a:ext cx="8503920" cy="5486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320040" y="3054096"/>
            <a:ext cx="50292" cy="5486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502920" y="318211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1005840" y="309981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Kafka  →  Rules Svc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005840" y="33558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[Consume]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3657600" y="3145536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Rules Service updates in-memory sensor cache and evaluates all enabled rules instantly.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20040" y="3675888"/>
            <a:ext cx="8503920" cy="5486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20040" y="3675888"/>
            <a:ext cx="50292" cy="5486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502920" y="380390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1005840" y="37216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Rules Svc  →  Simulator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005840" y="39776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[POST]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3657600" y="376732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rule fires: POST /api/actuators/{name} to simulator + write to actuator_logs.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320040" y="4297680"/>
            <a:ext cx="8503920" cy="5486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320040" y="4297680"/>
            <a:ext cx="50292" cy="5486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502920" y="442569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005840" y="43434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Rules Svc  → 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005840" y="459943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[WebSocket]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3657600" y="438912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Broadcast sensor_update / warning / actuator_update to all connected dashboard clients.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3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 ·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Core Component 1 — Ingestion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COMPONENT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320040" y="1188720"/>
            <a:ext cx="4023360" cy="3611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320040" y="1188720"/>
            <a:ext cx="50292" cy="361188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502920" y="12984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INGESTION-GATE  :3001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502920" y="158191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Collector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502920" y="1975104"/>
            <a:ext cx="3657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poller.js: setInterval every 5000ms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Polls 8 REST sensor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startSubscriptions(): WS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Subscribes to all 7 telemetry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Publishes to interpret_sensor_*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 interpret_telemetry_* Kafka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Kafka retry: 15× with 4s delay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4572000" y="1188720"/>
            <a:ext cx="4251960" cy="36118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4572000" y="1188720"/>
            <a:ext cx="50292" cy="36118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4754880" y="12984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INGESTION-INTERPRETER  :3002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754880" y="15819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Normalizer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4754880" y="1975104"/>
            <a:ext cx="3886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ensureTopicsExist() on startup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Subscribes to 15+ interpret_*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Dispatches to 8 normalizer modules: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 scalar · chemistry · particulate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 level · power ·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 thermalLoop · airlock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Validates via AJV + format.json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Publishes to mars.common-data-records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4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 ·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Core Component 2 — Rules Service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COMPONENT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320040" y="1234440"/>
            <a:ext cx="411480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320040" y="1234440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484632" y="13258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kafka/consumer.js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484632" y="161848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Consumes mars.common-data-records. Updates sensor cache + triggers rule evaluator on every event.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4709160" y="1234440"/>
            <a:ext cx="411480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4709160" y="1234440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4873752" y="13258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ruleEvaluator.js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4873752" y="161848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Evaluates &lt; &lt;= = &gt;= &gt; conditions. lastTriggered Map deduplicates repeat triggers.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320040" y="2423160"/>
            <a:ext cx="411480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320040" y="2423160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484632" y="2514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sensorCache.js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484632" y="280720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In-memory Map keyed by sensor_id::metric. Latest reading always available for the dashboard.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4709160" y="2423160"/>
            <a:ext cx="411480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4709160" y="2423160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4873752" y="2514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actuatorService.js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4873752" y="280720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POSTs to simulator /api/actuators/{name} and writes trigger to actuator_logs 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320040" y="3611880"/>
            <a:ext cx="411480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320040" y="3611880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484632" y="37033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wsServer.js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484632" y="39959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Broadcasts sensor_update / warning / actuator_update to all connected WebSocket clients.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4709160" y="3611880"/>
            <a:ext cx="4114800" cy="10058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4709160" y="3611880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4873752" y="37033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routes/ (REST API)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4873752" y="39959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CRUD for rules (/rules), sensor cache (/sensors/latest), actuator proxy (/actuators).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 ·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Core Component 3 — Frontend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COMPONENT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320040" y="1234440"/>
            <a:ext cx="850392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320040" y="1234440"/>
            <a:ext cx="50292" cy="7772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502920" y="13075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502920" y="16916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US-11, 12, 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2286000" y="138988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Sensor grid with live value cards + expandable Recharts line chart + real-time alert panel for warnings.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320040" y="2148840"/>
            <a:ext cx="850392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320040" y="2148840"/>
            <a:ext cx="50292" cy="7772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502920" y="22219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502920" y="26060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US-05–08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2286000" y="230428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rule CRUD: create / edit / enable-disable / delete. Live IF-THEN preview. Dropdowns from /meta.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320040" y="3063240"/>
            <a:ext cx="850392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320040" y="3063240"/>
            <a:ext cx="50292" cy="7772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502920" y="31363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ACTUATORS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502920" y="35204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US-14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2286000" y="321868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actuator cards (cooling_fan, entrance_humidifier, hall_ventilation, habitat_heater) with live state.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320040" y="3977640"/>
            <a:ext cx="850392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320040" y="3977640"/>
            <a:ext cx="50292" cy="7772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502920" y="40507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AUDIT 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502920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US-15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2286000" y="413308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Chronological table of all actuator events. Shows trigger type (manual/rule), rule ID, sensor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WebSocket hook (useWebSocket): singleton connection routing sensor_update / warning / actuator_update to components.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9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 · PERSISTENCE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548640" y="53035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How Persistence is Guaranteed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PERSISTENCE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5486400" y="4846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MARS/OPS · 2036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320040" y="1188720"/>
            <a:ext cx="4023360" cy="25603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320040" y="1188720"/>
            <a:ext cx="50292" cy="2560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502920" y="12984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502920" y="158191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SQLite via sql.js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502920" y="1993392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Pure WASM SQLite — no 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C++ dependencies. Works in any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Docker Alpine container.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502920" y="27249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2743200" y="27249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502920" y="3108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actuator_logs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2743200" y="3108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4572000" y="1188720"/>
            <a:ext cx="4251960" cy="256032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4572000" y="1188720"/>
            <a:ext cx="50292" cy="25603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4754880" y="12984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DOCKER 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4754880" y="15819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Named Volume: rules-data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4754880" y="199339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Mounted at /app/data/rules.db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Survives docker compose restart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Survives docker compose 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Lost only on docker compose down -v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4754880" y="312724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Sensor history is NOT persisted.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latest state is cached in RAM.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0E0E1A"/>
          </a:solidFill>
          <a:ln cap="flat" cmpd="sng" w="12700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"/>
          <p:cNvSpPr/>
          <p:nvPr/>
        </p:nvSpPr>
        <p:spPr>
          <a:xfrm>
            <a:off x="320040" y="3931920"/>
            <a:ext cx="50292" cy="7772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6"/>
          <p:cNvSpPr/>
          <p:nvPr/>
        </p:nvSpPr>
        <p:spPr>
          <a:xfrm>
            <a:off x="502920" y="4023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docker compose up --build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502920" y="432511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system starts automatically. No manual configuration. Sensor data flows within 60 seconds.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2026-03-10T22:00:35Z</dcterms:created>
  <dc:creator>PptxGenJS</dc:creator>
</cp:coreProperties>
</file>